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229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344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Who We Are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66928" y="2148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6DDE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Kothari Leadership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788920"/>
            <a:ext cx="2926080" cy="0"/>
          </a:xfrm>
          <a:prstGeom prst="line">
            <a:avLst/>
          </a:prstGeom>
          <a:noFill/>
          <a:ln w="12700">
            <a:solidFill>
              <a:srgbClr val="B229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06324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6CDD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Executive coaching + practical execution support for growth-minded leaders.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B2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Built for leaders carrying too much, too often.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Most teams already know what they should do. The breakdown happens in how priorities are communicated, decisions are made, and accountability is held under pressure.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10149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29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79476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B2292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 close the gap between strategic intent and consistent execution.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Kothari Leadership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B2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Who We Help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325880"/>
            <a:ext cx="9875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29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45336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D1B2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Founders and CEOs scaling teams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77240" y="2468880"/>
            <a:ext cx="9875520" cy="82296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B229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688336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D1B2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Leadership teams facing misalignment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77240" y="3611880"/>
            <a:ext cx="9875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29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831336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D1B2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Companies navigating transition or accelerated growth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77240" y="4754880"/>
            <a:ext cx="9875520" cy="82296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B229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974336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D1B2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Organisations needing coaching, fractional leadership, or facilitation support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57200" y="63550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Kothari Leadership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229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Meet Amit Kothari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325880"/>
            <a:ext cx="6675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Hailed by clients as the "CEO Whisperer(TM)", Amit leads strategic direction at Kothari Leadership Enterprises.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58368" y="2176272"/>
            <a:ext cx="6675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Former COO/CFO with 15+ years of executive experience.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Directed 50+ strategic transformations across growth companies.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From nimble start-ups to $2B+ enterprises, he helps leaders convert potential into measurable, sustainable growth.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397764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EQ + Execution(TM): strategic depth + actionable leadership to align teams, unlock growth, and build enduring success.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35240" y="1143000"/>
            <a:ext cx="2834640" cy="3566160"/>
          </a:xfrm>
          <a:prstGeom prst="roundRect">
            <a:avLst/>
          </a:prstGeom>
          <a:solidFill>
            <a:srgbClr val="2B1F24"/>
          </a:solidFill>
          <a:ln w="12700">
            <a:solidFill>
              <a:srgbClr val="B229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35240" y="187452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CEO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Whisperer(TM)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63550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Kothari Leadership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B2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How We Work: EQ + Execution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47548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29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45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292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Clarity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21488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Identify the leadership and operating constraints behind stalled execution.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97880" y="1417320"/>
            <a:ext cx="47548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29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72200" y="1645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292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Alignment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172200" y="21488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Align people, roles, priorities, and communication.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47548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29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886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292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Mastery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43891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 leadership habits that scale beyond one person.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97880" y="3657600"/>
            <a:ext cx="47548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29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3886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292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Agility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72200" y="43891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Install operating rhythms that sustain execution under pressure.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Kothari Leadership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B2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Makes KLE Different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36776"/>
            <a:ext cx="182880" cy="182880"/>
          </a:xfrm>
          <a:prstGeom prst="ellipse">
            <a:avLst/>
          </a:prstGeom>
          <a:solidFill>
            <a:srgbClr val="B2292D"/>
          </a:solidFill>
          <a:ln w="12700">
            <a:solidFill>
              <a:srgbClr val="B229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4173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1B2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Candour: We surface the issue beneath the symptom.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734056"/>
            <a:ext cx="182880" cy="182880"/>
          </a:xfrm>
          <a:prstGeom prst="ellipse">
            <a:avLst/>
          </a:prstGeom>
          <a:solidFill>
            <a:srgbClr val="B2292D"/>
          </a:solidFill>
          <a:ln w="12700">
            <a:solidFill>
              <a:srgbClr val="B229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51460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1B2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Leadership depth: We build behaviour change at executive level.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831336"/>
            <a:ext cx="182880" cy="182880"/>
          </a:xfrm>
          <a:prstGeom prst="ellipse">
            <a:avLst/>
          </a:prstGeom>
          <a:solidFill>
            <a:srgbClr val="B2292D"/>
          </a:solidFill>
          <a:ln w="12700">
            <a:solidFill>
              <a:srgbClr val="B229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61188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1B2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Execution support: We help teams apply change in real operating conditions.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4928616"/>
            <a:ext cx="182880" cy="182880"/>
          </a:xfrm>
          <a:prstGeom prst="ellipse">
            <a:avLst/>
          </a:prstGeom>
          <a:solidFill>
            <a:srgbClr val="B2292D"/>
          </a:solidFill>
          <a:ln w="12700">
            <a:solidFill>
              <a:srgbClr val="B229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47091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1B2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Business focus: We connect leadership work to measurable outcomes.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63550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Kothari Leadership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229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Proof That Builds Trust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4754880" cy="1554480"/>
          </a:xfrm>
          <a:prstGeom prst="roundRect">
            <a:avLst/>
          </a:prstGeom>
          <a:solidFill>
            <a:srgbClr val="7D1D24"/>
          </a:solidFill>
          <a:ln w="12700">
            <a:solidFill>
              <a:srgbClr val="E0B6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149047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125+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96112" y="213055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CEOs coached since 2008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60720" y="1325880"/>
            <a:ext cx="4754880" cy="1554480"/>
          </a:xfrm>
          <a:prstGeom prst="roundRect">
            <a:avLst/>
          </a:prstGeom>
          <a:solidFill>
            <a:srgbClr val="7D1D24"/>
          </a:solidFill>
          <a:ln w="12700">
            <a:solidFill>
              <a:srgbClr val="E0B6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16752" y="149047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15+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016752" y="213055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companies exited or sold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4754880" cy="1554480"/>
          </a:xfrm>
          <a:prstGeom prst="roundRect">
            <a:avLst/>
          </a:prstGeom>
          <a:solidFill>
            <a:srgbClr val="7D1D24"/>
          </a:solidFill>
          <a:ln w="12700">
            <a:solidFill>
              <a:srgbClr val="E0B6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36499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15%-30%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96112" y="400507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annual enterprise value increase (client-reported range)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60720" y="3200400"/>
            <a:ext cx="4754880" cy="1554480"/>
          </a:xfrm>
          <a:prstGeom prst="roundRect">
            <a:avLst/>
          </a:prstGeom>
          <a:solidFill>
            <a:srgbClr val="7D1D24"/>
          </a:solidFill>
          <a:ln w="12700">
            <a:solidFill>
              <a:srgbClr val="E0B6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16752" y="336499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016752" y="400507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promotion rate among directly coached leaders (client-reported)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5257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"They are one of the rare ones that actually get stuff done." - Patrick Butler, CEO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B2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How We Engage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10058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29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600200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2292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Executive + Leadership Team Coaching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205740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Behaviour, alignment, and decision-quality upgrades at leadership level.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971800"/>
            <a:ext cx="10058400" cy="123444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B229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154680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2292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Fractional C-Suite Support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361188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Practical finance, sales, marketing, or people leadership capacity.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4526280"/>
            <a:ext cx="10058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29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709160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2292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Strategy Facilitation + Offsites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516636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5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Focused alignment, planning, and execution commitments.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3550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Kothari Leadership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B2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Why Leaders Act Now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D1B2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question is not whether leadership support has a cost.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2292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question is what misalignment is already costing the business.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290779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74320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1B2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Delayed strategic execution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54787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38328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1B2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Recurring decision rework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41879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02336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1B2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Avoidable leadership bottlenecks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6634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1B2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Lost team momentum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63550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Kothari Leadership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229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If growth is exposing leadership gaps, now is the time to fix them.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Book a leadership strategy call to identify your bottleneck, align the team, and define the highest-leverage next move.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749040" y="3977640"/>
            <a:ext cx="3657600" cy="731520"/>
          </a:xfrm>
          <a:prstGeom prst="roundRect">
            <a:avLst/>
          </a:prstGeom>
          <a:solidFill>
            <a:srgbClr val="B2292D"/>
          </a:solidFill>
          <a:ln w="12700">
            <a:solidFill>
              <a:srgbClr val="B229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9040" y="41696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Book a Leadership Strategy Call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Kothari Leadership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KLE - Who We Are</dc:title>
  <dc:subject>Who We Are</dc:subject>
  <dc:creator>Kothari Leadership</dc:creator>
  <cp:lastModifiedBy>Kothari Leadership</cp:lastModifiedBy>
  <cp:revision>1</cp:revision>
  <dcterms:created xsi:type="dcterms:W3CDTF">2026-04-24T10:14:49Z</dcterms:created>
  <dcterms:modified xsi:type="dcterms:W3CDTF">2026-04-24T10:14:49Z</dcterms:modified>
</cp:coreProperties>
</file>